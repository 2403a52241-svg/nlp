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Bricolage Grotesque Semi Bold" panose="020B0604020202020204" charset="0"/>
      <p:regular r:id="rId11"/>
    </p:embeddedFont>
    <p:embeddedFont>
      <p:font typeface="Gill Sans MT" panose="020B0502020104020203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20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293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0811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9284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3540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5958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2060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241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7962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0587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120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5792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81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662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104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200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801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477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595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63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CE84-D8F7-4480-93A0-D0E320131BE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74CFADE5-A274-4299-91D7-4A0422D52F6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40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399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Smart Recipe Tracker Using Natural Language Processing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304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485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jaya surya          (2403a52259)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K.Akhil                     (2403a52241)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846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V.Harsha vardhan   ( 2403a52265)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4027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Institution: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SR University | </a:t>
            </a:r>
            <a:r>
              <a:rPr lang="en-US" sz="17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</a:t>
            </a: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r>
              <a:rPr lang="en-US" sz="1750" u="sng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V.Venkataramana</a:t>
            </a:r>
            <a:r>
              <a:rPr lang="en-US" sz="1750" b="1" u="sng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48045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Problem Statement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68" y="1364933"/>
            <a:ext cx="7172682" cy="406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8539" y="2768918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68539" y="3140869"/>
            <a:ext cx="3678674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recipe systems rely on keyword-based search and cannot understand natural language queries, lacking personalization based on user preferences.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690568" y="5692973"/>
            <a:ext cx="3671530" cy="1144905"/>
          </a:xfrm>
          <a:prstGeom prst="roundRect">
            <a:avLst>
              <a:gd name="adj" fmla="val 958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708" y="5692973"/>
            <a:ext cx="91440" cy="11449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45005" y="587883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Unstructured Data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945005" y="6203871"/>
            <a:ext cx="3231237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handling recipe data in natural language format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79256" y="5692973"/>
            <a:ext cx="3671649" cy="1144905"/>
          </a:xfrm>
          <a:prstGeom prst="roundRect">
            <a:avLst>
              <a:gd name="adj" fmla="val 958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396" y="5692973"/>
            <a:ext cx="91440" cy="11449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33693" y="587883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No Personalization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733693" y="6203871"/>
            <a:ext cx="3231356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adapt to dietary needs or available ingredients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268063" y="5692973"/>
            <a:ext cx="3671649" cy="1144905"/>
          </a:xfrm>
          <a:prstGeom prst="roundRect">
            <a:avLst>
              <a:gd name="adj" fmla="val 958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8ECD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203" y="5692973"/>
            <a:ext cx="91440" cy="11449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22500" y="5878830"/>
            <a:ext cx="262294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Poor Query Understanding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522500" y="6203871"/>
            <a:ext cx="3231356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struggle with time constraints and ingredient limitations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935004" y="7101483"/>
            <a:ext cx="11004709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Goal:</a:t>
            </a: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an intelligent NLP-powered system that understands natural language queries and provides personalized recipe recommendations based on user context.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1690568" y="6969681"/>
            <a:ext cx="22860" cy="711756"/>
          </a:xfrm>
          <a:prstGeom prst="rect">
            <a:avLst/>
          </a:prstGeom>
          <a:solidFill>
            <a:srgbClr val="E7BF6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85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Stakeholders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09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intelligent recipe system serves diverse user groups with varying needs and applications.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659023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2659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End Users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149441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cooks, students, and working professionals seeking convenient meal planning solutions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659023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2659023"/>
            <a:ext cx="32802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Health-Conscious Users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86356" y="3149441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Diet planners and fitness enthusiasts managing nutritional requirements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65902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2659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Food Industry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528459" y="3149441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Restaurants and recipe platforms looking for enhanced recommendation engines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054679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44253" y="5054679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Researchers &amp; Developers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44253" y="5899428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and NLP practitioners advancing natural language understanding in culinary applications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5054679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6356" y="50546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Cloud Providers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6086356" y="5545098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and scalability support for deployment infrastructure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746522"/>
            <a:ext cx="7599402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Dataset and Model Discussion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1881783"/>
            <a:ext cx="3136583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Dataset Source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18158" y="2466499"/>
            <a:ext cx="358521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Collected from Kaggle and online recipe platforms containing comprehensive recipe information: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18158" y="3604022"/>
            <a:ext cx="3585210" cy="187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Recipe names and titles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ingredient lists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instructions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 and cooking times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Nutritional details and values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21052" y="1881783"/>
            <a:ext cx="3220522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Models &amp; Techniques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0321052" y="2466499"/>
            <a:ext cx="3585210" cy="2840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preprocessing (tokenization, stopword removal)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for feature extraction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embeddings (Word2Vec/GloVe)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Entity Recognition (NER)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Cosine similarity for recommendations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21052" y="5499616"/>
            <a:ext cx="3585210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Machine Learning Classifiers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0321052" y="6345555"/>
            <a:ext cx="358521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and Support Vector Machine (SVM) for classification tasks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9113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Results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46014" y="1277898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NLP-powered system achieved strong performance metrics, significantly outperforming traditional keyword-based approaches.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6014" y="1744504"/>
            <a:ext cx="3806428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85-90%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0" y="248650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Accuracy Rate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46014" y="2828687"/>
            <a:ext cx="380642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recipe recommendations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11867" y="1744504"/>
            <a:ext cx="3806428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High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251853" y="248650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Precision &amp; Recall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411867" y="2828687"/>
            <a:ext cx="380642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consistency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77720" y="1744504"/>
            <a:ext cx="3806547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Efficient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0217706" y="248650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NER Extraction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77720" y="2828687"/>
            <a:ext cx="38065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 identification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3353753"/>
            <a:ext cx="7484507" cy="424112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353193" y="45122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User Experience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353193" y="4905494"/>
            <a:ext cx="38385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found the system significantly more </a:t>
            </a:r>
            <a:r>
              <a:rPr lang="en-US" sz="1300" b="1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and user-friendly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compared to traditional recipe search platforms.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53193" y="5734645"/>
            <a:ext cx="38385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NLP engine demonstrated superior query understanding, handling complex natural language requests effectively.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628" y="558760"/>
            <a:ext cx="600729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Cloud-Hosted Application</a:t>
            </a:r>
            <a:endParaRPr lang="en-US" sz="3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628" y="1419106"/>
            <a:ext cx="974646" cy="11695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0676" y="1614011"/>
            <a:ext cx="264783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Deployment Platforms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310676" y="2019062"/>
            <a:ext cx="663749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AWS, Google Cloud, or Azure for scalable hosting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628" y="2588657"/>
            <a:ext cx="974646" cy="11695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0676" y="278356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Web Interface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310676" y="3188613"/>
            <a:ext cx="663749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recipe search with responsive design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628" y="3758208"/>
            <a:ext cx="974646" cy="11695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0676" y="395311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Personalization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310676" y="4358164"/>
            <a:ext cx="663749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recommendations based on preferences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168628" y="52835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Key Benefits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6168628" y="5755481"/>
            <a:ext cx="3652004" cy="185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Scalability:</a:t>
            </a: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 growing user base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Accessibility:</a:t>
            </a: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Remote access from anywhere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b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Performance:</a:t>
            </a: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 processing and response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303788" y="52835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0303788" y="5755481"/>
            <a:ext cx="3652004" cy="115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development</a:t>
            </a: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iOS and Android versions, plus voice assistant integration for hands-free cooking experience.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66976"/>
            <a:ext cx="8505468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Conclusions &amp; Future Enhancements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487924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04" y="1686878"/>
            <a:ext cx="574119" cy="5741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181" y="1863923"/>
            <a:ext cx="258366" cy="2583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1304" y="242244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Enhanced Search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11304" y="2818209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significantly improves recipe search and management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95805" y="1487924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759" y="1686878"/>
            <a:ext cx="574119" cy="57411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2636" y="1863923"/>
            <a:ext cx="258366" cy="2583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94759" y="2422446"/>
            <a:ext cx="294477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Smart Recommendations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594759" y="2818209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personalized and intelligent recipe suggestions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712351" y="3460790"/>
            <a:ext cx="6522006" cy="1811417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304" y="3659743"/>
            <a:ext cx="574119" cy="57411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181" y="3836789"/>
            <a:ext cx="258366" cy="25836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1304" y="4395311"/>
            <a:ext cx="2636401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Natural Understanding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911304" y="4791075"/>
            <a:ext cx="612409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natural language queries effectively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395805" y="3460790"/>
            <a:ext cx="6522125" cy="1811417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4759" y="3659743"/>
            <a:ext cx="574119" cy="574119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2636" y="3836789"/>
            <a:ext cx="258366" cy="25836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94759" y="439531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Better UX</a:t>
            </a:r>
            <a:endParaRPr lang="en-US" sz="1850" dirty="0"/>
          </a:p>
        </p:txBody>
      </p:sp>
      <p:sp>
        <p:nvSpPr>
          <p:cNvPr id="22" name="Text 12"/>
          <p:cNvSpPr/>
          <p:nvPr/>
        </p:nvSpPr>
        <p:spPr>
          <a:xfrm>
            <a:off x="7594759" y="4791075"/>
            <a:ext cx="6124218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Enhances user experience versus traditional systems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712351" y="5514380"/>
            <a:ext cx="305228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Future Enhancements</a:t>
            </a:r>
            <a:endParaRPr lang="en-US" sz="2250" dirty="0"/>
          </a:p>
        </p:txBody>
      </p:sp>
      <p:sp>
        <p:nvSpPr>
          <p:cNvPr id="24" name="Text 14"/>
          <p:cNvSpPr/>
          <p:nvPr/>
        </p:nvSpPr>
        <p:spPr>
          <a:xfrm>
            <a:off x="712351" y="6115288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351" y="6417588"/>
            <a:ext cx="4294227" cy="2286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12351" y="6558915"/>
            <a:ext cx="357544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Voice-Based Cooking Assistant</a:t>
            </a:r>
            <a:endParaRPr lang="en-US" sz="1850" dirty="0"/>
          </a:p>
        </p:txBody>
      </p:sp>
      <p:sp>
        <p:nvSpPr>
          <p:cNvPr id="27" name="Text 16"/>
          <p:cNvSpPr/>
          <p:nvPr/>
        </p:nvSpPr>
        <p:spPr>
          <a:xfrm>
            <a:off x="712351" y="6954679"/>
            <a:ext cx="42942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 interaction while cooking</a:t>
            </a:r>
            <a:endParaRPr lang="en-US" sz="1500" dirty="0"/>
          </a:p>
        </p:txBody>
      </p:sp>
      <p:sp>
        <p:nvSpPr>
          <p:cNvPr id="28" name="Text 17"/>
          <p:cNvSpPr/>
          <p:nvPr/>
        </p:nvSpPr>
        <p:spPr>
          <a:xfrm>
            <a:off x="5168027" y="6115288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8027" y="6417588"/>
            <a:ext cx="4294227" cy="2286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68027" y="6558915"/>
            <a:ext cx="298751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Smart Kitchen Integration</a:t>
            </a:r>
            <a:endParaRPr lang="en-US" sz="1850" dirty="0"/>
          </a:p>
        </p:txBody>
      </p:sp>
      <p:sp>
        <p:nvSpPr>
          <p:cNvPr id="31" name="Text 19"/>
          <p:cNvSpPr/>
          <p:nvPr/>
        </p:nvSpPr>
        <p:spPr>
          <a:xfrm>
            <a:off x="5168027" y="6954679"/>
            <a:ext cx="429422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with IoT devices and appliances</a:t>
            </a:r>
            <a:endParaRPr lang="en-US" sz="1500" dirty="0"/>
          </a:p>
        </p:txBody>
      </p:sp>
      <p:sp>
        <p:nvSpPr>
          <p:cNvPr id="32" name="Text 20"/>
          <p:cNvSpPr/>
          <p:nvPr/>
        </p:nvSpPr>
        <p:spPr>
          <a:xfrm>
            <a:off x="9623703" y="6115288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3703" y="6417588"/>
            <a:ext cx="4294227" cy="2286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9623703" y="655891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Transformer Models</a:t>
            </a:r>
            <a:endParaRPr lang="en-US" sz="1850" dirty="0"/>
          </a:p>
        </p:txBody>
      </p:sp>
      <p:sp>
        <p:nvSpPr>
          <p:cNvPr id="35" name="Text 22"/>
          <p:cNvSpPr/>
          <p:nvPr/>
        </p:nvSpPr>
        <p:spPr>
          <a:xfrm>
            <a:off x="9623703" y="6954679"/>
            <a:ext cx="4294227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deep learning architectures like BERT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407" y="793194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References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1407" y="1820585"/>
            <a:ext cx="3680698" cy="3622238"/>
          </a:xfrm>
          <a:prstGeom prst="roundRect">
            <a:avLst>
              <a:gd name="adj" fmla="val 25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5129" y="2074307"/>
            <a:ext cx="315432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Textbooks &amp; Resources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35129" y="2554962"/>
            <a:ext cx="3173254" cy="2634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Jurafsky &amp; Martin – Speech and Language Processing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Processing with Python (NLTK)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Stanford NLP Resources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1895" y="1820585"/>
            <a:ext cx="3680698" cy="3622238"/>
          </a:xfrm>
          <a:prstGeom prst="roundRect">
            <a:avLst>
              <a:gd name="adj" fmla="val 25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617" y="2074307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Datasets &amp; Models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35617" y="2554962"/>
            <a:ext cx="3173254" cy="785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 Recipe Dataset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Word2Vec – Mikolov et 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1407" y="5662613"/>
            <a:ext cx="7581186" cy="1773674"/>
          </a:xfrm>
          <a:prstGeom prst="roundRect">
            <a:avLst>
              <a:gd name="adj" fmla="val 528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5129" y="591633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Documentation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35129" y="6396990"/>
            <a:ext cx="7073741" cy="785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Documentation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 NLP Tutorials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</TotalTime>
  <Words>525</Words>
  <Application>Microsoft Office PowerPoint</Application>
  <PresentationFormat>Custom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Gill Sans MT</vt:lpstr>
      <vt:lpstr>Bricolage Grotesque Light</vt:lpstr>
      <vt:lpstr>Bricolage Grotesque Semi Bold</vt:lpstr>
      <vt:lpstr>Inter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Akhil Kondaboina</cp:lastModifiedBy>
  <cp:revision>3</cp:revision>
  <dcterms:created xsi:type="dcterms:W3CDTF">2026-04-16T04:25:05Z</dcterms:created>
  <dcterms:modified xsi:type="dcterms:W3CDTF">2026-04-16T04:58:56Z</dcterms:modified>
</cp:coreProperties>
</file>